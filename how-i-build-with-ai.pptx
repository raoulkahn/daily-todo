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Build Products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workflow for non-technical builders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Raoul Kahn  ·  Senior Product Manager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PMs can now build with AI — but most are vibe coding without a process.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2468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code, nobody checks it. Bugs ship to production.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2286000"/>
            <a:ext cx="2468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building. Complex features break because nobody thought through architecture.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286000"/>
            <a:ext cx="2468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AI output without understanding what was built or why.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Modes of Working with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7373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learn concepts, get explanations. No tools needed — just chat.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Partner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033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CTO in a chat project. Debate architecture, challenge ideas, plan before building.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7373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465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/commands in Cursor + Claude Code. Explore → Plan → Execute → Review → Ship.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power the entire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solidFill>
            <a:srgbClr val="0F2A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Claude reads every session. Defines roles, workflow, conventions, and learnings. This is where the 'CTO personality' lives.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657600" cy="2743200"/>
          </a:xfrm>
          <a:prstGeom prst="rect">
            <a:avLst/>
          </a:prstGeom>
          <a:solidFill>
            <a:srgbClr val="0F2A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3657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/commands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2514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reusable prompts saved as markdown files. Each maps to a workflow phase. Type /command-name and Claude knows exactly what to 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54480"/>
            <a:ext cx="274320" cy="274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0312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5448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7452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554480"/>
            <a:ext cx="274320" cy="2743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52044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55448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9184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93776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554480"/>
            <a:ext cx="457200" cy="4572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70916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1554480"/>
            <a:ext cx="274320" cy="27432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635508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554480"/>
            <a:ext cx="457200" cy="4572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1264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480" y="1554480"/>
            <a:ext cx="274320" cy="27432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7772400" y="1371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280" y="1554480"/>
            <a:ext cx="457200" cy="4572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54380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100" dirty="0"/>
          </a:p>
        </p:txBody>
      </p:sp>
      <p:sp>
        <p:nvSpPr>
          <p:cNvPr id="26" name="Text 13"/>
          <p:cNvSpPr/>
          <p:nvPr/>
        </p:nvSpPr>
        <p:spPr>
          <a:xfrm>
            <a:off x="45720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/exploration-phase</a:t>
            </a:r>
            <a:endParaRPr lang="en-US" sz="900" dirty="0"/>
          </a:p>
        </p:txBody>
      </p:sp>
      <p:sp>
        <p:nvSpPr>
          <p:cNvPr id="27" name="Text 14"/>
          <p:cNvSpPr/>
          <p:nvPr/>
        </p:nvSpPr>
        <p:spPr>
          <a:xfrm>
            <a:off x="45720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codebase, asks 12+ clarifying questions. No code written.</a:t>
            </a:r>
            <a:endParaRPr lang="en-US" sz="900" dirty="0"/>
          </a:p>
        </p:txBody>
      </p:sp>
      <p:sp>
        <p:nvSpPr>
          <p:cNvPr id="28" name="Text 15"/>
          <p:cNvSpPr/>
          <p:nvPr/>
        </p:nvSpPr>
        <p:spPr>
          <a:xfrm>
            <a:off x="18745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/create-plan</a:t>
            </a:r>
            <a:endParaRPr lang="en-US" sz="900" dirty="0"/>
          </a:p>
        </p:txBody>
      </p:sp>
      <p:sp>
        <p:nvSpPr>
          <p:cNvPr id="29" name="Text 16"/>
          <p:cNvSpPr/>
          <p:nvPr/>
        </p:nvSpPr>
        <p:spPr>
          <a:xfrm>
            <a:off x="187452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markdown plan with tasks, decisions, risks. Reviewed before execution.</a:t>
            </a:r>
            <a:endParaRPr lang="en-US" sz="900" dirty="0"/>
          </a:p>
        </p:txBody>
      </p:sp>
      <p:sp>
        <p:nvSpPr>
          <p:cNvPr id="30" name="Text 17"/>
          <p:cNvSpPr/>
          <p:nvPr/>
        </p:nvSpPr>
        <p:spPr>
          <a:xfrm>
            <a:off x="32918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/execute-plan</a:t>
            </a:r>
            <a:endParaRPr lang="en-US" sz="900" dirty="0"/>
          </a:p>
        </p:txBody>
      </p:sp>
      <p:sp>
        <p:nvSpPr>
          <p:cNvPr id="31" name="Text 18"/>
          <p:cNvSpPr/>
          <p:nvPr/>
        </p:nvSpPr>
        <p:spPr>
          <a:xfrm>
            <a:off x="329184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feature following the plan. Updates task statuses as it goes.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470916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900" dirty="0"/>
          </a:p>
        </p:txBody>
      </p:sp>
      <p:sp>
        <p:nvSpPr>
          <p:cNvPr id="33" name="Text 20"/>
          <p:cNvSpPr/>
          <p:nvPr/>
        </p:nvSpPr>
        <p:spPr>
          <a:xfrm>
            <a:off x="470916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reviews its own code. Found 6 issues, 2 critical, fixed 5 automatically.</a:t>
            </a:r>
            <a:endParaRPr lang="en-US" sz="900" dirty="0"/>
          </a:p>
        </p:txBody>
      </p:sp>
      <p:sp>
        <p:nvSpPr>
          <p:cNvPr id="34" name="Text 21"/>
          <p:cNvSpPr/>
          <p:nvPr/>
        </p:nvSpPr>
        <p:spPr>
          <a:xfrm>
            <a:off x="612648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/peer-review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612648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reviews from other AI models. Claude evaluates as dev lead.</a:t>
            </a:r>
            <a:endParaRPr lang="en-US" sz="900" dirty="0"/>
          </a:p>
        </p:txBody>
      </p:sp>
      <p:sp>
        <p:nvSpPr>
          <p:cNvPr id="36" name="Text 23"/>
          <p:cNvSpPr/>
          <p:nvPr/>
        </p:nvSpPr>
        <p:spPr>
          <a:xfrm>
            <a:off x="754380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Postmortem</a:t>
            </a:r>
            <a:endParaRPr lang="en-US" sz="900" dirty="0"/>
          </a:p>
        </p:txBody>
      </p:sp>
      <p:sp>
        <p:nvSpPr>
          <p:cNvPr id="37" name="Text 24"/>
          <p:cNvSpPr/>
          <p:nvPr/>
        </p:nvSpPr>
        <p:spPr>
          <a:xfrm>
            <a:off x="7543800" y="3154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makes a mistake, it updates its own tooling so it never happens again.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0: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code, I studied how an advanced non-technical PM uses AI to build real products.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Extract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YouTube interview of a non-technical PM shipping real products with AI. Extracted the full transcript.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with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the transcript to Claude for deeper analysis. Identified the core workflow, tools, and mental models.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Toolkit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Claude's help, created the full project scaffold — CLAUDE.md, 10 /commands, folder structure.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Doing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simple app (Daily Todo) as the vehicle. Focus on process, not output.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Exploration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is written. Claude reads the codebase and asks clarifying questions.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CTO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codebase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its understanding for correction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12 questions by category: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Data Model, UX/UI,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my thinking when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 (Product Owner)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5603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product questions — how it should feel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technical calls to the CTO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 if scope creeps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/learning-opportunity to understand concepts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2–3: Plan &amp; Execute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markdown plan with: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TLDR — one paragraph summary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 — table of choices &amp; reasoning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Tasks — with status trackers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review the plan before approving. This is the checkpoint.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3657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/execute-plan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the feature: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plan — no deviation without explaining why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task statuses as it goes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after each phase to summarize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built in minutes. Then I test manually.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4–5: Review &amp; Peer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models review the code. Claude evaluates as dev lead.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 (/review)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01168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(/peer-review)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review from Cursor Composer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Paste into /peer-review 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Claude evaluates as dev lead: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Accepted &amp; Fixed: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Accepted &amp; Deferred: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Rejected: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0F2A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14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"Composer caught things I should have caught myself — especially the end-time auto-adjust right after a postmortem about that exact pattern."  — Claude's self-assessment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6: Postmortem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gets permanently smarter after every session.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Bug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caught a time validation edge case that /review missed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01168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 your tooling made you miss this?" Claude reflects on the root cause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Tooling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updates its own /review command and CLAUDE.md with the lesson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01168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4088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Again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/review session now checks for interdependent form fields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raoulkahn.github.io/daily-todo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github.com/raoulkahn/daily-todo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the differentiator, not the output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2057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product decisions. AI owns the technical decisions.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peer review catches what self-review misses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2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3429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postmortem habit makes your workflow permanently smarter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6304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replicate this — it's just markdown files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Building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start was yesterday.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best time is now.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Raoul Kahn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github.com/raoulkahn  ·  raoulkahn.github.io/daily-todo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Build Products with AI</dc:title>
  <dc:subject>PptxGenJS Presentation</dc:subject>
  <dc:creator>Raoul Kahn</dc:creator>
  <cp:lastModifiedBy>Raoul Kahn</cp:lastModifiedBy>
  <cp:revision>1</cp:revision>
  <dcterms:created xsi:type="dcterms:W3CDTF">2026-02-11T02:18:16Z</dcterms:created>
  <dcterms:modified xsi:type="dcterms:W3CDTF">2026-02-11T02:18:16Z</dcterms:modified>
</cp:coreProperties>
</file>